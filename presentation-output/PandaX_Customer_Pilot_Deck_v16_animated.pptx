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manual compliance workflow based on the user-supplied problem framing. The slide makes no measured claim about average legal-response duration. Generated lawyer visual created specifically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628581-EAC5-4C54-A39C-2763F221E88E}"/>
              </a:ext>
            </a:extLst>
          </p:cNvPr>
          <p:cNvSpPr>
            <a:spLocks noGrp="1"/>
          </p:cNvSpPr>
          <p:nvPr/>
        </p:nvSpPr>
        <p:spPr>
          <a:xfrm>
            <a:off x="0" y="0"/>
            <a:ext cx="171450" cy="6858000"/>
          </a:xfrm>
          <a:prstGeom prst="rect">
            <a:avLst/>
          </a:prstGeom>
          <a:solidFill>
            <a:srgbClr val="356B3F"/>
          </a:solidFill>
          <a:ln w="0">
            <a:noFill/>
          </a:ln>
        </p:spPr>
      </p:sp>
      <p:sp>
        <p:nvSpPr>
          <p:cNvPr id="2" name="Rectangle 1">
            <a:extLst>
              <a:ext uri="{FF2B5EF4-FFF2-40B4-BE49-F238E27FC236}">
                <a16:creationId xmlns:a16="http://schemas.microsoft.com/office/drawing/2014/main" id="{03131B76-98C5-430A-9CE5-7CA9570719EB}"/>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1F5B4054-475A-4F28-9AFA-21522DD68378}"/>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8FDC6C5-9121-4E74-9A51-1873BA8F32FD}"/>
              </a:ext>
            </a:extLst>
          </p:cNvPr>
          <p:cNvSpPr>
            <a:spLocks noGrp="1"/>
          </p:cNvSpPr>
          <p:nvPr/>
        </p:nvSpPr>
        <p:spPr>
          <a:xfrm>
            <a:off x="7296150" y="0"/>
            <a:ext cx="4895850" cy="6858000"/>
          </a:xfrm>
          <a:prstGeom prst="rect">
            <a:avLst/>
          </a:prstGeom>
          <a:solidFill>
            <a:srgbClr val="356B3F"/>
          </a:solidFill>
          <a:ln w="0">
            <a:noFill/>
          </a:ln>
        </p:spPr>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2280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DC3789-322F-42AC-ABAB-43BC6B83163C}"/>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FE678265-53DD-474E-B3BD-8772284226E9}"/>
              </a:ext>
            </a:extLst>
          </p:cNvPr>
          <p:cNvSpPr>
            <a:spLocks noGrp="1"/>
          </p:cNvSpPr>
          <p:nvPr/>
        </p:nvSpPr>
        <p:spPr>
          <a:xfrm>
            <a:off x="533400" y="552450"/>
            <a:ext cx="57150" cy="514350"/>
          </a:xfrm>
          <a:prstGeom prst="rect">
            <a:avLst/>
          </a:prstGeom>
          <a:solidFill>
            <a:srgbClr val="356B3F"/>
          </a:solidFill>
          <a:ln w="0">
            <a:noFill/>
          </a:ln>
        </p:spPr>
      </p:sp>
      <p:sp>
        <p:nvSpPr>
          <p:cNvPr id="4" name="Rectangle 3">
            <a:extLst>
              <a:ext uri="{FF2B5EF4-FFF2-40B4-BE49-F238E27FC236}">
                <a16:creationId xmlns:a16="http://schemas.microsoft.com/office/drawing/2014/main" id="{36DC47BA-E993-439A-BB29-3504377EE64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D14F8388-9ADD-453A-A3E8-9C73987D6A0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BC5FADD8-AA85-47FA-A1F5-F8080DAA421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8503D975-E64D-48A7-9E4B-72E63C8B6457}"/>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D64CC469-4EB1-4F62-8B78-68951E3D63BB}"/>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8D1E6E6C-8E06-442F-AB42-1822A43DB9BB}"/>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8C37D37-E749-413B-9A32-1FA84EF378A3}"/>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9E5E4077-040C-485E-822D-F82B02B8C4E8}"/>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9EC1B2D8-6942-46AB-AA04-EDDD28A98086}"/>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1C59EF7-F6D3-4C2B-B6E2-45D596D0F83D}"/>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15636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AC6C0E-CD00-41A6-982F-7144C8F4413C}"/>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DF9FFE60-4BB4-4855-8B38-11A309A27E60}"/>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BFBC871-72BF-44C7-9198-CA89837DABCB}"/>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392160EE-1DD0-4179-BE3E-05176B061035}"/>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2C4EDBF4-2D81-4401-857D-745B81DD1AFA}"/>
              </a:ext>
            </a:extLst>
          </p:cNvPr>
          <p:cNvSpPr>
            <a:spLocks noGrp="1"/>
          </p:cNvSpPr>
          <p:nvPr/>
        </p:nvSpPr>
        <p:spPr>
          <a:xfrm>
            <a:off x="4286250" y="1952625"/>
            <a:ext cx="0" cy="2095500"/>
          </a:xfrm>
          <a:prstGeom prst="line">
            <a:avLst/>
          </a:prstGeom>
          <a:noFill/>
          <a:ln w="28575">
            <a:solidFill>
              <a:srgbClr val="CBD5CF"/>
            </a:solidFill>
            <a:prstDash val="solid"/>
          </a:ln>
        </p:spPr>
      </p:sp>
      <p:sp>
        <p:nvSpPr>
          <p:cNvPr id="6" name="Rectangle 5">
            <a:extLst>
              <a:ext uri="{FF2B5EF4-FFF2-40B4-BE49-F238E27FC236}">
                <a16:creationId xmlns:a16="http://schemas.microsoft.com/office/drawing/2014/main" id="{3FE0F8E5-A349-4554-A88B-B8FAE2933901}"/>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F167C46A-7840-4516-8FFE-7A75E80B9FFF}"/>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506CA167-46DA-4B66-B516-F4CBE5B7C509}"/>
              </a:ext>
            </a:extLst>
          </p:cNvPr>
          <p:cNvSpPr>
            <a:spLocks noGrp="1"/>
          </p:cNvSpPr>
          <p:nvPr/>
        </p:nvSpPr>
        <p:spPr>
          <a:xfrm>
            <a:off x="8210550" y="1952625"/>
            <a:ext cx="0" cy="2095500"/>
          </a:xfrm>
          <a:prstGeom prst="line">
            <a:avLst/>
          </a:prstGeom>
          <a:noFill/>
          <a:ln w="28575">
            <a:solidFill>
              <a:srgbClr val="CBD5CF"/>
            </a:solidFill>
            <a:prstDash val="solid"/>
          </a:ln>
        </p:spPr>
      </p:sp>
      <p:sp>
        <p:nvSpPr>
          <p:cNvPr id="9" name="Rectangle 8">
            <a:extLst>
              <a:ext uri="{FF2B5EF4-FFF2-40B4-BE49-F238E27FC236}">
                <a16:creationId xmlns:a16="http://schemas.microsoft.com/office/drawing/2014/main" id="{4F6C1E13-18C2-4A21-955B-31C6B933B6F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B2558CBF-91FC-4E32-B55B-B82F544FC1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2742FD3D-6D34-468C-A886-BB3A9CABDC8E}"/>
              </a:ext>
            </a:extLst>
          </p:cNvPr>
          <p:cNvSpPr>
            <a:spLocks noGrp="1"/>
          </p:cNvSpPr>
          <p:nvPr/>
        </p:nvSpPr>
        <p:spPr>
          <a:xfrm>
            <a:off x="838200" y="4810125"/>
            <a:ext cx="10706100" cy="895350"/>
          </a:xfrm>
          <a:prstGeom prst="roundRect">
            <a:avLst>
              <a:gd name="adj" fmla="val 8511"/>
            </a:avLst>
          </a:prstGeom>
          <a:solidFill>
            <a:srgbClr val="111713"/>
          </a:solidFill>
          <a:ln w="0">
            <a:noFill/>
          </a:ln>
        </p:spPr>
      </p:sp>
      <p:sp>
        <p:nvSpPr>
          <p:cNvPr id="12" name="Rectangle 11">
            <a:extLst>
              <a:ext uri="{FF2B5EF4-FFF2-40B4-BE49-F238E27FC236}">
                <a16:creationId xmlns:a16="http://schemas.microsoft.com/office/drawing/2014/main" id="{0AFFBB03-00B3-4198-B26D-E094820C5ED8}"/>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ECBC764-6568-4F71-846B-695E6BDB023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9129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l="4877" r="4877"/>
          <a:stretch>
            <a:fillRect/>
          </a:stretch>
        </p:blipFill>
        <p:spPr>
          <a:xfrm>
            <a:off x="7239000" y="0"/>
            <a:ext cx="4953000" cy="6858000"/>
          </a:xfrm>
          <a:prstGeom prst="rect">
            <a:avLst/>
          </a:prstGeom>
        </p:spPr>
      </p:pic>
      <p:sp>
        <p:nvSpPr>
          <p:cNvPr id="2" name="Rectangle 1">
            <a:extLst>
              <a:ext uri="{FF2B5EF4-FFF2-40B4-BE49-F238E27FC236}">
                <a16:creationId xmlns:a16="http://schemas.microsoft.com/office/drawing/2014/main" id="{9D7103D8-BB85-4E25-ACD2-07FA8F250A51}"/>
              </a:ext>
            </a:extLst>
          </p:cNvPr>
          <p:cNvSpPr>
            <a:spLocks noGrp="1"/>
          </p:cNvSpPr>
          <p:nvPr/>
        </p:nvSpPr>
        <p:spPr>
          <a:xfrm>
            <a:off x="0" y="0"/>
            <a:ext cx="7620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82931B00-1282-4A31-AC05-CBECE2C2B2F4}"/>
              </a:ext>
            </a:extLst>
          </p:cNvPr>
          <p:cNvSpPr>
            <a:spLocks noGrp="1"/>
          </p:cNvSpPr>
          <p:nvPr/>
        </p:nvSpPr>
        <p:spPr>
          <a:xfrm>
            <a:off x="533400" y="552450"/>
            <a:ext cx="57150" cy="514350"/>
          </a:xfrm>
          <a:prstGeom prst="rect">
            <a:avLst/>
          </a:prstGeom>
          <a:solidFill>
            <a:srgbClr val="356B3F"/>
          </a:solidFill>
          <a:ln w="0">
            <a:noFill/>
          </a:ln>
        </p:spPr>
      </p:sp>
      <p:sp>
        <p:nvSpPr>
          <p:cNvPr id="4" name="Rectangle 3">
            <a:extLst>
              <a:ext uri="{FF2B5EF4-FFF2-40B4-BE49-F238E27FC236}">
                <a16:creationId xmlns:a16="http://schemas.microsoft.com/office/drawing/2014/main" id="{7C9F655F-C106-4C46-8862-3B07FA7D1693}"/>
              </a:ext>
            </a:extLst>
          </p:cNvPr>
          <p:cNvSpPr>
            <a:spLocks noGrp="1"/>
          </p:cNvSpPr>
          <p:nvPr/>
        </p:nvSpPr>
        <p:spPr>
          <a:xfrm>
            <a:off x="781050" y="485775"/>
            <a:ext cx="5905500" cy="876300"/>
          </a:xfrm>
          <a:prstGeom prst="rect">
            <a:avLst/>
          </a:prstGeom>
          <a:noFill/>
          <a:ln w="0">
            <a:noFill/>
          </a:ln>
        </p:spPr>
        <p:txBody>
          <a:bodyPr wrap="square" lIns="0" tIns="0" rIns="0" bIns="0" anchor="t">
            <a:noAutofit/>
          </a:bodyPr>
          <a:lstStyle/>
          <a:p>
            <a:pPr algn="l">
              <a:lnSpc>
                <a:spcPct val="100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manual alternative</a:t>
            </a:r>
          </a:p>
        </p:txBody>
      </p:sp>
      <p:sp>
        <p:nvSpPr>
          <p:cNvPr id="5" name="Rectangle 4">
            <a:extLst>
              <a:ext uri="{FF2B5EF4-FFF2-40B4-BE49-F238E27FC236}">
                <a16:creationId xmlns:a16="http://schemas.microsoft.com/office/drawing/2014/main" id="{BD387BD3-4C8C-4E8C-8E5A-1386E270070F}"/>
              </a:ext>
            </a:extLst>
          </p:cNvPr>
          <p:cNvSpPr>
            <a:spLocks noGrp="1"/>
          </p:cNvSpPr>
          <p:nvPr/>
        </p:nvSpPr>
        <p:spPr>
          <a:xfrm>
            <a:off x="781050" y="18478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 gathering</a:t>
            </a:r>
          </a:p>
        </p:txBody>
      </p:sp>
      <p:sp>
        <p:nvSpPr>
          <p:cNvPr id="6" name="Straight Connector 5">
            <a:extLst>
              <a:ext uri="{FF2B5EF4-FFF2-40B4-BE49-F238E27FC236}">
                <a16:creationId xmlns:a16="http://schemas.microsoft.com/office/drawing/2014/main" id="{CF3636FF-8188-4FB5-B2CF-1A2A9D4C709E}"/>
              </a:ext>
            </a:extLst>
          </p:cNvPr>
          <p:cNvSpPr>
            <a:spLocks noGrp="1"/>
          </p:cNvSpPr>
          <p:nvPr/>
        </p:nvSpPr>
        <p:spPr>
          <a:xfrm>
            <a:off x="781050" y="2571750"/>
            <a:ext cx="5429250" cy="0"/>
          </a:xfrm>
          <a:prstGeom prst="line">
            <a:avLst/>
          </a:prstGeom>
          <a:noFill/>
          <a:ln w="19050">
            <a:solidFill>
              <a:srgbClr val="CBD5CF"/>
            </a:solidFill>
            <a:prstDash val="solid"/>
          </a:ln>
        </p:spPr>
      </p:sp>
      <p:sp>
        <p:nvSpPr>
          <p:cNvPr id="7" name="Rectangle 6">
            <a:extLst>
              <a:ext uri="{FF2B5EF4-FFF2-40B4-BE49-F238E27FC236}">
                <a16:creationId xmlns:a16="http://schemas.microsoft.com/office/drawing/2014/main" id="{9D58D9EF-4436-462C-BBA1-34FD4FFE6D72}"/>
              </a:ext>
            </a:extLst>
          </p:cNvPr>
          <p:cNvSpPr>
            <a:spLocks noGrp="1"/>
          </p:cNvSpPr>
          <p:nvPr/>
        </p:nvSpPr>
        <p:spPr>
          <a:xfrm>
            <a:off x="781050" y="28575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Legal translation</a:t>
            </a:r>
          </a:p>
        </p:txBody>
      </p:sp>
      <p:sp>
        <p:nvSpPr>
          <p:cNvPr id="8" name="Straight Connector 7">
            <a:extLst>
              <a:ext uri="{FF2B5EF4-FFF2-40B4-BE49-F238E27FC236}">
                <a16:creationId xmlns:a16="http://schemas.microsoft.com/office/drawing/2014/main" id="{21CCB073-6D50-47E0-9FE1-7B9C614518F6}"/>
              </a:ext>
            </a:extLst>
          </p:cNvPr>
          <p:cNvSpPr>
            <a:spLocks noGrp="1"/>
          </p:cNvSpPr>
          <p:nvPr/>
        </p:nvSpPr>
        <p:spPr>
          <a:xfrm>
            <a:off x="781050" y="3581400"/>
            <a:ext cx="5429250" cy="0"/>
          </a:xfrm>
          <a:prstGeom prst="line">
            <a:avLst/>
          </a:prstGeom>
          <a:noFill/>
          <a:ln w="19050">
            <a:solidFill>
              <a:srgbClr val="CBD5CF"/>
            </a:solidFill>
            <a:prstDash val="solid"/>
          </a:ln>
        </p:spPr>
      </p:sp>
      <p:sp>
        <p:nvSpPr>
          <p:cNvPr id="9" name="Rectangle 8">
            <a:extLst>
              <a:ext uri="{FF2B5EF4-FFF2-40B4-BE49-F238E27FC236}">
                <a16:creationId xmlns:a16="http://schemas.microsoft.com/office/drawing/2014/main" id="{3B223C9C-8106-487F-BF1E-0F621E91CFB9}"/>
              </a:ext>
            </a:extLst>
          </p:cNvPr>
          <p:cNvSpPr>
            <a:spLocks noGrp="1"/>
          </p:cNvSpPr>
          <p:nvPr/>
        </p:nvSpPr>
        <p:spPr>
          <a:xfrm>
            <a:off x="781050" y="38671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Manual reporting</a:t>
            </a:r>
          </a:p>
        </p:txBody>
      </p:sp>
      <p:sp>
        <p:nvSpPr>
          <p:cNvPr id="10" name="Straight Connector 9">
            <a:extLst>
              <a:ext uri="{FF2B5EF4-FFF2-40B4-BE49-F238E27FC236}">
                <a16:creationId xmlns:a16="http://schemas.microsoft.com/office/drawing/2014/main" id="{A278FC3E-D512-4B05-BBA1-EB829FD09463}"/>
              </a:ext>
            </a:extLst>
          </p:cNvPr>
          <p:cNvSpPr>
            <a:spLocks noGrp="1"/>
          </p:cNvSpPr>
          <p:nvPr/>
        </p:nvSpPr>
        <p:spPr>
          <a:xfrm>
            <a:off x="781050" y="4591050"/>
            <a:ext cx="5429250" cy="0"/>
          </a:xfrm>
          <a:prstGeom prst="line">
            <a:avLst/>
          </a:prstGeom>
          <a:noFill/>
          <a:ln w="19050">
            <a:solidFill>
              <a:srgbClr val="CBD5CF"/>
            </a:solidFill>
            <a:prstDash val="solid"/>
          </a:ln>
        </p:spPr>
      </p:sp>
      <p:sp>
        <p:nvSpPr>
          <p:cNvPr id="11" name="Rectangle 10">
            <a:extLst>
              <a:ext uri="{FF2B5EF4-FFF2-40B4-BE49-F238E27FC236}">
                <a16:creationId xmlns:a16="http://schemas.microsoft.com/office/drawing/2014/main" id="{0BCE40DF-C255-464C-B23C-1BC8E8413CC7}"/>
              </a:ext>
            </a:extLst>
          </p:cNvPr>
          <p:cNvSpPr>
            <a:spLocks noGrp="1"/>
          </p:cNvSpPr>
          <p:nvPr/>
        </p:nvSpPr>
        <p:spPr>
          <a:xfrm>
            <a:off x="781050" y="48768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Multiple approvals</a:t>
            </a:r>
          </a:p>
        </p:txBody>
      </p:sp>
      <p:sp>
        <p:nvSpPr>
          <p:cNvPr id="12" name="Rectangle: Rounded Corners 11">
            <a:extLst>
              <a:ext uri="{FF2B5EF4-FFF2-40B4-BE49-F238E27FC236}">
                <a16:creationId xmlns:a16="http://schemas.microsoft.com/office/drawing/2014/main" id="{BB37729D-975A-44BC-BA2A-D2FA055DB7CB}"/>
              </a:ext>
            </a:extLst>
          </p:cNvPr>
          <p:cNvSpPr>
            <a:spLocks noGrp="1"/>
          </p:cNvSpPr>
          <p:nvPr/>
        </p:nvSpPr>
        <p:spPr>
          <a:xfrm>
            <a:off x="781050" y="5695950"/>
            <a:ext cx="5905500" cy="628650"/>
          </a:xfrm>
          <a:prstGeom prst="roundRect">
            <a:avLst>
              <a:gd name="adj" fmla="val 12121"/>
            </a:avLst>
          </a:prstGeom>
          <a:solidFill>
            <a:srgbClr val="111713"/>
          </a:solidFill>
          <a:ln w="0">
            <a:noFill/>
          </a:ln>
        </p:spPr>
      </p:sp>
      <p:sp>
        <p:nvSpPr>
          <p:cNvPr id="13" name="Rectangle 12">
            <a:extLst>
              <a:ext uri="{FF2B5EF4-FFF2-40B4-BE49-F238E27FC236}">
                <a16:creationId xmlns:a16="http://schemas.microsoft.com/office/drawing/2014/main" id="{677D00DE-3A65-4C8B-9C1B-4A6F2087D2F7}"/>
              </a:ext>
            </a:extLst>
          </p:cNvPr>
          <p:cNvSpPr>
            <a:spLocks noGrp="1"/>
          </p:cNvSpPr>
          <p:nvPr/>
        </p:nvSpPr>
        <p:spPr>
          <a:xfrm>
            <a:off x="1009650" y="5819775"/>
            <a:ext cx="5448300" cy="381000"/>
          </a:xfrm>
          <a:prstGeom prst="rect">
            <a:avLst/>
          </a:prstGeom>
          <a:noFill/>
          <a:ln w="0">
            <a:noFill/>
          </a:ln>
        </p:spPr>
        <p:txBody>
          <a:bodyPr wrap="square" lIns="0" tIns="0" rIns="0" bIns="0" anchor="ctr">
            <a:noAutofit/>
          </a:bodyPr>
          <a:lstStyle/>
          <a:p>
            <a:pPr algn="ctr">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The 24-hour clock keeps running</a:t>
            </a:r>
          </a:p>
        </p:txBody>
      </p:sp>
      <p:sp>
        <p:nvSpPr>
          <p:cNvPr id="14" name="Rectangle 13">
            <a:extLst>
              <a:ext uri="{FF2B5EF4-FFF2-40B4-BE49-F238E27FC236}">
                <a16:creationId xmlns:a16="http://schemas.microsoft.com/office/drawing/2014/main" id="{21A19E47-DED4-4738-BBA7-D6EFC3544AEB}"/>
              </a:ext>
            </a:extLst>
          </p:cNvPr>
          <p:cNvSpPr>
            <a:spLocks noGrp="1"/>
          </p:cNvSpPr>
          <p:nvPr/>
        </p:nvSpPr>
        <p:spPr>
          <a:xfrm>
            <a:off x="6667500" y="6477000"/>
            <a:ext cx="3429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862115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98CDC5-44BB-4DC5-8455-6CF254572701}"/>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C8406F9E-E692-4482-9817-F0BD2EB5A51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A01A2EAC-F94F-4E74-B170-24D90F4164CA}"/>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4" name="Rectangle 3">
            <a:extLst>
              <a:ext uri="{FF2B5EF4-FFF2-40B4-BE49-F238E27FC236}">
                <a16:creationId xmlns:a16="http://schemas.microsoft.com/office/drawing/2014/main" id="{C0E70140-5950-4351-8E05-8C2EBE4EEF99}"/>
              </a:ext>
            </a:extLst>
          </p:cNvPr>
          <p:cNvSpPr>
            <a:spLocks noGrp="1"/>
          </p:cNvSpPr>
          <p:nvPr/>
        </p:nvSpPr>
        <p:spPr>
          <a:xfrm>
            <a:off x="704850" y="2109788"/>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EQUIFAX</a:t>
            </a:r>
          </a:p>
        </p:txBody>
      </p:sp>
      <p:sp>
        <p:nvSpPr>
          <p:cNvPr id="5" name="Rectangle: Rounded Corners 4">
            <a:extLst>
              <a:ext uri="{FF2B5EF4-FFF2-40B4-BE49-F238E27FC236}">
                <a16:creationId xmlns:a16="http://schemas.microsoft.com/office/drawing/2014/main" id="{BD7E4F24-C26B-44FD-BE3D-FF7F006D575E}"/>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544DB761-9BD1-4C5E-9AB3-26008376D6D6}"/>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8" name="Rectangle 7">
            <a:extLst>
              <a:ext uri="{FF2B5EF4-FFF2-40B4-BE49-F238E27FC236}">
                <a16:creationId xmlns:a16="http://schemas.microsoft.com/office/drawing/2014/main" id="{3E03B334-3B41-41AD-AFC0-481F5C467B87}"/>
              </a:ext>
            </a:extLst>
          </p:cNvPr>
          <p:cNvSpPr>
            <a:spLocks noGrp="1"/>
          </p:cNvSpPr>
          <p:nvPr/>
        </p:nvSpPr>
        <p:spPr>
          <a:xfrm>
            <a:off x="704850" y="3810000"/>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CALIFORNIA DOJ  /  UBER</a:t>
            </a:r>
          </a:p>
        </p:txBody>
      </p:sp>
      <p:sp>
        <p:nvSpPr>
          <p:cNvPr id="9" name="Rectangle: Rounded Corners 8">
            <a:extLst>
              <a:ext uri="{FF2B5EF4-FFF2-40B4-BE49-F238E27FC236}">
                <a16:creationId xmlns:a16="http://schemas.microsoft.com/office/drawing/2014/main" id="{09632377-95E6-4034-A9BF-AF153F4CC892}"/>
              </a:ext>
            </a:extLst>
          </p:cNvPr>
          <p:cNvSpPr>
            <a:spLocks noGrp="1"/>
          </p:cNvSpPr>
          <p:nvPr/>
        </p:nvSpPr>
        <p:spPr>
          <a:xfrm>
            <a:off x="2857500" y="2533650"/>
            <a:ext cx="8572500" cy="2095500"/>
          </a:xfrm>
          <a:prstGeom prst="roundRect">
            <a:avLst>
              <a:gd name="adj" fmla="val 3636"/>
            </a:avLst>
          </a:prstGeom>
          <a:solidFill>
            <a:srgbClr val="FFFFFF"/>
          </a:solidFill>
          <a:ln w="9525">
            <a:solidFill>
              <a:srgbClr val="D5DDD8"/>
            </a:solidFill>
            <a:prstDash val="solid"/>
          </a:ln>
        </p:spPr>
      </p:sp>
      <p:pic>
        <p:nvPicPr>
          <p:cNvPr id="27" name="Picture 26"/>
          <p:cNvPicPr>
            <a:picLocks noChangeAspect="1"/>
          </p:cNvPicPr>
          <p:nvPr/>
        </p:nvPicPr>
        <p:blipFill>
          <a:blip r:embed="rId4"/>
          <a:stretch/>
        </p:blipFill>
        <p:spPr>
          <a:xfrm>
            <a:off x="3562832" y="2628900"/>
            <a:ext cx="7161835" cy="1905000"/>
          </a:xfrm>
          <a:prstGeom prst="rect">
            <a:avLst/>
          </a:prstGeom>
        </p:spPr>
      </p:pic>
      <p:sp>
        <p:nvSpPr>
          <p:cNvPr id="11" name="Rectangle 10">
            <a:extLst>
              <a:ext uri="{FF2B5EF4-FFF2-40B4-BE49-F238E27FC236}">
                <a16:creationId xmlns:a16="http://schemas.microsoft.com/office/drawing/2014/main" id="{A7D61BB1-7E11-473D-8528-B972F4DC9989}"/>
              </a:ext>
            </a:extLst>
          </p:cNvPr>
          <p:cNvSpPr>
            <a:spLocks noGrp="1"/>
          </p:cNvSpPr>
          <p:nvPr/>
        </p:nvSpPr>
        <p:spPr>
          <a:xfrm>
            <a:off x="685800" y="4900613"/>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$5.8M</a:t>
            </a:r>
          </a:p>
        </p:txBody>
      </p:sp>
      <p:sp>
        <p:nvSpPr>
          <p:cNvPr id="12" name="Rectangle 11">
            <a:extLst>
              <a:ext uri="{FF2B5EF4-FFF2-40B4-BE49-F238E27FC236}">
                <a16:creationId xmlns:a16="http://schemas.microsoft.com/office/drawing/2014/main" id="{7FC28251-5CDA-4069-8430-B9C7B5BFEFD8}"/>
              </a:ext>
            </a:extLst>
          </p:cNvPr>
          <p:cNvSpPr>
            <a:spLocks noGrp="1"/>
          </p:cNvSpPr>
          <p:nvPr/>
        </p:nvSpPr>
        <p:spPr>
          <a:xfrm>
            <a:off x="704850" y="551021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RING</a:t>
            </a:r>
          </a:p>
        </p:txBody>
      </p:sp>
      <p:sp>
        <p:nvSpPr>
          <p:cNvPr id="13" name="Rectangle: Rounded Corners 12">
            <a:extLst>
              <a:ext uri="{FF2B5EF4-FFF2-40B4-BE49-F238E27FC236}">
                <a16:creationId xmlns:a16="http://schemas.microsoft.com/office/drawing/2014/main" id="{BBA45289-B4AE-4FC4-B7A3-28827A39178C}"/>
              </a:ext>
            </a:extLst>
          </p:cNvPr>
          <p:cNvSpPr>
            <a:spLocks noGrp="1"/>
          </p:cNvSpPr>
          <p:nvPr/>
        </p:nvSpPr>
        <p:spPr>
          <a:xfrm>
            <a:off x="2857500" y="4781550"/>
            <a:ext cx="8572500" cy="1000125"/>
          </a:xfrm>
          <a:prstGeom prst="roundRect">
            <a:avLst>
              <a:gd name="adj" fmla="val 7619"/>
            </a:avLst>
          </a:prstGeom>
          <a:solidFill>
            <a:srgbClr val="FFFFFF"/>
          </a:solidFill>
          <a:ln w="9525">
            <a:solidFill>
              <a:srgbClr val="D5DDD8"/>
            </a:solidFill>
            <a:prstDash val="solid"/>
          </a:ln>
        </p:spPr>
      </p:sp>
      <p:pic>
        <p:nvPicPr>
          <p:cNvPr id="31" name="Picture 30"/>
          <p:cNvPicPr>
            <a:picLocks noChangeAspect="1"/>
          </p:cNvPicPr>
          <p:nvPr/>
        </p:nvPicPr>
        <p:blipFill>
          <a:blip r:embed="rId5"/>
          <a:stretch/>
        </p:blipFill>
        <p:spPr>
          <a:xfrm>
            <a:off x="3439279" y="4876800"/>
            <a:ext cx="7408942" cy="809625"/>
          </a:xfrm>
          <a:prstGeom prst="rect">
            <a:avLst/>
          </a:prstGeom>
        </p:spPr>
      </p:pic>
      <p:sp>
        <p:nvSpPr>
          <p:cNvPr id="15" name="Rectangle: Rounded Corners 14">
            <a:extLst>
              <a:ext uri="{FF2B5EF4-FFF2-40B4-BE49-F238E27FC236}">
                <a16:creationId xmlns:a16="http://schemas.microsoft.com/office/drawing/2014/main" id="{7BDA36BB-BA80-4C55-8014-8C3EDC816D45}"/>
              </a:ext>
            </a:extLst>
          </p:cNvPr>
          <p:cNvSpPr>
            <a:spLocks noGrp="1"/>
          </p:cNvSpPr>
          <p:nvPr/>
        </p:nvSpPr>
        <p:spPr>
          <a:xfrm>
            <a:off x="685800" y="5915025"/>
            <a:ext cx="10744200" cy="409575"/>
          </a:xfrm>
          <a:prstGeom prst="roundRect">
            <a:avLst>
              <a:gd name="adj" fmla="val 18605"/>
            </a:avLst>
          </a:prstGeom>
          <a:solidFill>
            <a:srgbClr val="356B3F"/>
          </a:solidFill>
          <a:ln w="0">
            <a:noFill/>
          </a:ln>
        </p:spPr>
      </p:sp>
      <p:sp>
        <p:nvSpPr>
          <p:cNvPr id="16" name="Rectangle 15">
            <a:extLst>
              <a:ext uri="{FF2B5EF4-FFF2-40B4-BE49-F238E27FC236}">
                <a16:creationId xmlns:a16="http://schemas.microsoft.com/office/drawing/2014/main" id="{BF05879D-D76F-4F16-9CD3-6A8532BAB32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a:solidFill>
                  <a:srgbClr val="F2F5F9"/>
                </a:solidFill>
                <a:latin typeface="Segoe UI"/>
                <a:ea typeface="Segoe UI"/>
                <a:cs typeface="Segoe UI"/>
              </a:rPr>
              <a:t>€6.31B in tracked GDPR fines</a:t>
            </a:r>
          </a:p>
        </p:txBody>
      </p:sp>
      <p:sp>
        <p:nvSpPr>
          <p:cNvPr id="17" name="Rectangle 16">
            <a:extLst>
              <a:ext uri="{FF2B5EF4-FFF2-40B4-BE49-F238E27FC236}">
                <a16:creationId xmlns:a16="http://schemas.microsoft.com/office/drawing/2014/main" id="{1B071E1E-36FD-4267-A701-D3A81BD9BA6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38822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367D79-EDE2-4F4E-83FA-BB1F1097D42E}"/>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FE9C4EB5-D0A0-498B-84E7-942CFE8D23A1}"/>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Firmware to CRA-ready evidence</a:t>
            </a:r>
          </a:p>
        </p:txBody>
      </p:sp>
      <p:sp>
        <p:nvSpPr>
          <p:cNvPr id="3" name="Rectangle 2">
            <a:extLst>
              <a:ext uri="{FF2B5EF4-FFF2-40B4-BE49-F238E27FC236}">
                <a16:creationId xmlns:a16="http://schemas.microsoft.com/office/drawing/2014/main" id="{0881C378-BC45-4E87-815F-1AF332566872}"/>
              </a:ext>
            </a:extLst>
          </p:cNvPr>
          <p:cNvSpPr>
            <a:spLocks noGrp="1"/>
          </p:cNvSpPr>
          <p:nvPr/>
        </p:nvSpPr>
        <p:spPr>
          <a:xfrm>
            <a:off x="6858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1A544666-956A-4325-9B15-694FC0126D62}"/>
              </a:ext>
            </a:extLst>
          </p:cNvPr>
          <p:cNvSpPr>
            <a:spLocks noGrp="1"/>
          </p:cNvSpPr>
          <p:nvPr/>
        </p:nvSpPr>
        <p:spPr>
          <a:xfrm>
            <a:off x="685800" y="2457450"/>
            <a:ext cx="2038350" cy="0"/>
          </a:xfrm>
          <a:prstGeom prst="line">
            <a:avLst/>
          </a:prstGeom>
          <a:noFill/>
          <a:ln w="47625">
            <a:solidFill>
              <a:srgbClr val="CBD5CF"/>
            </a:solidFill>
            <a:prstDash val="solid"/>
          </a:ln>
        </p:spPr>
      </p:sp>
      <p:sp>
        <p:nvSpPr>
          <p:cNvPr id="5" name="Rectangle 4">
            <a:extLst>
              <a:ext uri="{FF2B5EF4-FFF2-40B4-BE49-F238E27FC236}">
                <a16:creationId xmlns:a16="http://schemas.microsoft.com/office/drawing/2014/main" id="{5CADBF8A-E5EA-4350-B395-ACB82B1345C3}"/>
              </a:ext>
            </a:extLst>
          </p:cNvPr>
          <p:cNvSpPr>
            <a:spLocks noGrp="1"/>
          </p:cNvSpPr>
          <p:nvPr/>
        </p:nvSpPr>
        <p:spPr>
          <a:xfrm>
            <a:off x="6858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AD7C9D89-2522-4EB1-BA4C-561266882BEC}"/>
              </a:ext>
            </a:extLst>
          </p:cNvPr>
          <p:cNvSpPr>
            <a:spLocks noGrp="1"/>
          </p:cNvSpPr>
          <p:nvPr/>
        </p:nvSpPr>
        <p:spPr>
          <a:xfrm>
            <a:off x="28956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02</a:t>
            </a:r>
          </a:p>
        </p:txBody>
      </p:sp>
      <p:sp>
        <p:nvSpPr>
          <p:cNvPr id="7" name="Straight Connector 6">
            <a:extLst>
              <a:ext uri="{FF2B5EF4-FFF2-40B4-BE49-F238E27FC236}">
                <a16:creationId xmlns:a16="http://schemas.microsoft.com/office/drawing/2014/main" id="{CACD2CC9-8D2B-470D-9D2E-A2FBC074DDC0}"/>
              </a:ext>
            </a:extLst>
          </p:cNvPr>
          <p:cNvSpPr>
            <a:spLocks noGrp="1"/>
          </p:cNvSpPr>
          <p:nvPr/>
        </p:nvSpPr>
        <p:spPr>
          <a:xfrm>
            <a:off x="2895600" y="2457450"/>
            <a:ext cx="2038350" cy="0"/>
          </a:xfrm>
          <a:prstGeom prst="line">
            <a:avLst/>
          </a:prstGeom>
          <a:noFill/>
          <a:ln w="47625">
            <a:solidFill>
              <a:srgbClr val="CBD5CF"/>
            </a:solidFill>
            <a:prstDash val="solid"/>
          </a:ln>
        </p:spPr>
      </p:sp>
      <p:sp>
        <p:nvSpPr>
          <p:cNvPr id="8" name="Rectangle 7">
            <a:extLst>
              <a:ext uri="{FF2B5EF4-FFF2-40B4-BE49-F238E27FC236}">
                <a16:creationId xmlns:a16="http://schemas.microsoft.com/office/drawing/2014/main" id="{ACF255C6-B9AC-4A56-8A19-D795842BC021}"/>
              </a:ext>
            </a:extLst>
          </p:cNvPr>
          <p:cNvSpPr>
            <a:spLocks noGrp="1"/>
          </p:cNvSpPr>
          <p:nvPr/>
        </p:nvSpPr>
        <p:spPr>
          <a:xfrm>
            <a:off x="28956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Reachability</a:t>
            </a:r>
          </a:p>
        </p:txBody>
      </p:sp>
      <p:sp>
        <p:nvSpPr>
          <p:cNvPr id="9" name="Rectangle 8">
            <a:extLst>
              <a:ext uri="{FF2B5EF4-FFF2-40B4-BE49-F238E27FC236}">
                <a16:creationId xmlns:a16="http://schemas.microsoft.com/office/drawing/2014/main" id="{F794B68E-BD5C-4A6B-9908-2279111E5189}"/>
              </a:ext>
            </a:extLst>
          </p:cNvPr>
          <p:cNvSpPr>
            <a:spLocks noGrp="1"/>
          </p:cNvSpPr>
          <p:nvPr/>
        </p:nvSpPr>
        <p:spPr>
          <a:xfrm>
            <a:off x="51054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03</a:t>
            </a:r>
          </a:p>
        </p:txBody>
      </p:sp>
      <p:sp>
        <p:nvSpPr>
          <p:cNvPr id="10" name="Straight Connector 9">
            <a:extLst>
              <a:ext uri="{FF2B5EF4-FFF2-40B4-BE49-F238E27FC236}">
                <a16:creationId xmlns:a16="http://schemas.microsoft.com/office/drawing/2014/main" id="{15963500-D169-4328-897C-347A682AEC77}"/>
              </a:ext>
            </a:extLst>
          </p:cNvPr>
          <p:cNvSpPr>
            <a:spLocks noGrp="1"/>
          </p:cNvSpPr>
          <p:nvPr/>
        </p:nvSpPr>
        <p:spPr>
          <a:xfrm>
            <a:off x="5105400" y="2457450"/>
            <a:ext cx="2038350" cy="0"/>
          </a:xfrm>
          <a:prstGeom prst="line">
            <a:avLst/>
          </a:prstGeom>
          <a:noFill/>
          <a:ln w="47625">
            <a:solidFill>
              <a:srgbClr val="CBD5CF"/>
            </a:solidFill>
            <a:prstDash val="solid"/>
          </a:ln>
        </p:spPr>
      </p:sp>
      <p:sp>
        <p:nvSpPr>
          <p:cNvPr id="11" name="Rectangle 10">
            <a:extLst>
              <a:ext uri="{FF2B5EF4-FFF2-40B4-BE49-F238E27FC236}">
                <a16:creationId xmlns:a16="http://schemas.microsoft.com/office/drawing/2014/main" id="{9B66A84B-387F-402B-9046-EB20448245EF}"/>
              </a:ext>
            </a:extLst>
          </p:cNvPr>
          <p:cNvSpPr>
            <a:spLocks noGrp="1"/>
          </p:cNvSpPr>
          <p:nvPr/>
        </p:nvSpPr>
        <p:spPr>
          <a:xfrm>
            <a:off x="51054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24h alert</a:t>
            </a:r>
          </a:p>
        </p:txBody>
      </p:sp>
      <p:sp>
        <p:nvSpPr>
          <p:cNvPr id="12" name="Rectangle 11">
            <a:extLst>
              <a:ext uri="{FF2B5EF4-FFF2-40B4-BE49-F238E27FC236}">
                <a16:creationId xmlns:a16="http://schemas.microsoft.com/office/drawing/2014/main" id="{8F526994-8DB2-400E-ADF6-42B295928933}"/>
              </a:ext>
            </a:extLst>
          </p:cNvPr>
          <p:cNvSpPr>
            <a:spLocks noGrp="1"/>
          </p:cNvSpPr>
          <p:nvPr/>
        </p:nvSpPr>
        <p:spPr>
          <a:xfrm>
            <a:off x="73152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04</a:t>
            </a:r>
          </a:p>
        </p:txBody>
      </p:sp>
      <p:sp>
        <p:nvSpPr>
          <p:cNvPr id="13" name="Straight Connector 12">
            <a:extLst>
              <a:ext uri="{FF2B5EF4-FFF2-40B4-BE49-F238E27FC236}">
                <a16:creationId xmlns:a16="http://schemas.microsoft.com/office/drawing/2014/main" id="{1882A7F9-A4D6-4B9F-85D5-F1C53E84595D}"/>
              </a:ext>
            </a:extLst>
          </p:cNvPr>
          <p:cNvSpPr>
            <a:spLocks noGrp="1"/>
          </p:cNvSpPr>
          <p:nvPr/>
        </p:nvSpPr>
        <p:spPr>
          <a:xfrm>
            <a:off x="7315200" y="2457450"/>
            <a:ext cx="2038350" cy="0"/>
          </a:xfrm>
          <a:prstGeom prst="line">
            <a:avLst/>
          </a:prstGeom>
          <a:noFill/>
          <a:ln w="47625">
            <a:solidFill>
              <a:srgbClr val="CBD5CF"/>
            </a:solidFill>
            <a:prstDash val="solid"/>
          </a:ln>
        </p:spPr>
      </p:sp>
      <p:sp>
        <p:nvSpPr>
          <p:cNvPr id="14" name="Rectangle 13">
            <a:extLst>
              <a:ext uri="{FF2B5EF4-FFF2-40B4-BE49-F238E27FC236}">
                <a16:creationId xmlns:a16="http://schemas.microsoft.com/office/drawing/2014/main" id="{86473086-82BD-41BD-9954-04FF7F2046EF}"/>
              </a:ext>
            </a:extLst>
          </p:cNvPr>
          <p:cNvSpPr>
            <a:spLocks noGrp="1"/>
          </p:cNvSpPr>
          <p:nvPr/>
        </p:nvSpPr>
        <p:spPr>
          <a:xfrm>
            <a:off x="73152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Legal</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documents</a:t>
            </a:r>
          </a:p>
        </p:txBody>
      </p:sp>
      <p:sp>
        <p:nvSpPr>
          <p:cNvPr id="15" name="Rectangle 14">
            <a:extLst>
              <a:ext uri="{FF2B5EF4-FFF2-40B4-BE49-F238E27FC236}">
                <a16:creationId xmlns:a16="http://schemas.microsoft.com/office/drawing/2014/main" id="{EAEAC6B2-E23E-4E92-B82C-8D69EB15B72E}"/>
              </a:ext>
            </a:extLst>
          </p:cNvPr>
          <p:cNvSpPr>
            <a:spLocks noGrp="1"/>
          </p:cNvSpPr>
          <p:nvPr/>
        </p:nvSpPr>
        <p:spPr>
          <a:xfrm>
            <a:off x="95250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05</a:t>
            </a:r>
          </a:p>
        </p:txBody>
      </p:sp>
      <p:sp>
        <p:nvSpPr>
          <p:cNvPr id="16" name="Straight Connector 15">
            <a:extLst>
              <a:ext uri="{FF2B5EF4-FFF2-40B4-BE49-F238E27FC236}">
                <a16:creationId xmlns:a16="http://schemas.microsoft.com/office/drawing/2014/main" id="{291DD02D-A542-4F4A-A3C0-33806D53917B}"/>
              </a:ext>
            </a:extLst>
          </p:cNvPr>
          <p:cNvSpPr>
            <a:spLocks noGrp="1"/>
          </p:cNvSpPr>
          <p:nvPr/>
        </p:nvSpPr>
        <p:spPr>
          <a:xfrm>
            <a:off x="9525000" y="2457450"/>
            <a:ext cx="2038350" cy="0"/>
          </a:xfrm>
          <a:prstGeom prst="line">
            <a:avLst/>
          </a:prstGeom>
          <a:noFill/>
          <a:ln w="47625">
            <a:solidFill>
              <a:srgbClr val="356B3F"/>
            </a:solidFill>
            <a:prstDash val="solid"/>
          </a:ln>
        </p:spPr>
      </p:sp>
      <p:sp>
        <p:nvSpPr>
          <p:cNvPr id="17" name="Rectangle 16">
            <a:extLst>
              <a:ext uri="{FF2B5EF4-FFF2-40B4-BE49-F238E27FC236}">
                <a16:creationId xmlns:a16="http://schemas.microsoft.com/office/drawing/2014/main" id="{41B0BC59-924C-4792-A15C-8CF622C5FB76}"/>
              </a:ext>
            </a:extLst>
          </p:cNvPr>
          <p:cNvSpPr>
            <a:spLocks noGrp="1"/>
          </p:cNvSpPr>
          <p:nvPr/>
        </p:nvSpPr>
        <p:spPr>
          <a:xfrm>
            <a:off x="95250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Signed</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proof</a:t>
            </a:r>
          </a:p>
        </p:txBody>
      </p:sp>
      <p:sp>
        <p:nvSpPr>
          <p:cNvPr id="18" name="Rectangle: Rounded Corners 17">
            <a:extLst>
              <a:ext uri="{FF2B5EF4-FFF2-40B4-BE49-F238E27FC236}">
                <a16:creationId xmlns:a16="http://schemas.microsoft.com/office/drawing/2014/main" id="{197A2A7F-FF03-43DA-801B-5935CE335177}"/>
              </a:ext>
            </a:extLst>
          </p:cNvPr>
          <p:cNvSpPr>
            <a:spLocks noGrp="1"/>
          </p:cNvSpPr>
          <p:nvPr/>
        </p:nvSpPr>
        <p:spPr>
          <a:xfrm>
            <a:off x="685800" y="4762500"/>
            <a:ext cx="10820400" cy="990600"/>
          </a:xfrm>
          <a:prstGeom prst="roundRect">
            <a:avLst>
              <a:gd name="adj" fmla="val 7692"/>
            </a:avLst>
          </a:prstGeom>
          <a:solidFill>
            <a:srgbClr val="111713"/>
          </a:solidFill>
          <a:ln w="0">
            <a:noFill/>
          </a:ln>
        </p:spPr>
      </p:sp>
      <p:sp>
        <p:nvSpPr>
          <p:cNvPr id="19" name="Rectangle 18">
            <a:extLst>
              <a:ext uri="{FF2B5EF4-FFF2-40B4-BE49-F238E27FC236}">
                <a16:creationId xmlns:a16="http://schemas.microsoft.com/office/drawing/2014/main" id="{C3A77C1C-486C-4827-9BAD-1AF1859BAA33}"/>
              </a:ext>
            </a:extLst>
          </p:cNvPr>
          <p:cNvSpPr>
            <a:spLocks noGrp="1"/>
          </p:cNvSpPr>
          <p:nvPr/>
        </p:nvSpPr>
        <p:spPr>
          <a:xfrm>
            <a:off x="1047750" y="4981575"/>
            <a:ext cx="4667250" cy="514350"/>
          </a:xfrm>
          <a:prstGeom prst="rect">
            <a:avLst/>
          </a:prstGeom>
          <a:noFill/>
          <a:ln w="0">
            <a:noFill/>
          </a:ln>
        </p:spPr>
        <p:txBody>
          <a:bodyPr wrap="square" lIns="0" tIns="0" rIns="0" bIns="0" anchor="t">
            <a:noAutofit/>
          </a:bodyPr>
          <a:lstStyle/>
          <a:p>
            <a:pPr algn="l">
              <a:lnSpc>
                <a:spcPct val="100000"/>
              </a:lnSpc>
              <a:buNone/>
              <a:defRPr sz="2700" b="1">
                <a:solidFill>
                  <a:srgbClr val="A8C9A8"/>
                </a:solidFill>
                <a:latin typeface="Segoe UI"/>
                <a:ea typeface="Segoe UI"/>
                <a:cs typeface="Segoe UI"/>
              </a:defRPr>
            </a:pPr>
            <a:r>
              <a:rPr sz="2700" b="1">
                <a:solidFill>
                  <a:srgbClr val="A8C9A8"/>
                </a:solidFill>
                <a:latin typeface="Segoe UI"/>
                <a:ea typeface="Segoe UI"/>
                <a:cs typeface="Segoe UI"/>
              </a:rPr>
              <a:t>Automatic evidence</a:t>
            </a:r>
          </a:p>
        </p:txBody>
      </p:sp>
      <p:sp>
        <p:nvSpPr>
          <p:cNvPr id="20" name="Rectangle 19">
            <a:extLst>
              <a:ext uri="{FF2B5EF4-FFF2-40B4-BE49-F238E27FC236}">
                <a16:creationId xmlns:a16="http://schemas.microsoft.com/office/drawing/2014/main" id="{7DEB073A-1722-42BC-B2D6-9F3949C7E6CD}"/>
              </a:ext>
            </a:extLst>
          </p:cNvPr>
          <p:cNvSpPr>
            <a:spLocks noGrp="1"/>
          </p:cNvSpPr>
          <p:nvPr/>
        </p:nvSpPr>
        <p:spPr>
          <a:xfrm>
            <a:off x="6477000" y="4981575"/>
            <a:ext cx="4667250" cy="514350"/>
          </a:xfrm>
          <a:prstGeom prst="rect">
            <a:avLst/>
          </a:prstGeom>
          <a:noFill/>
          <a:ln w="0">
            <a:noFill/>
          </a:ln>
        </p:spPr>
        <p:txBody>
          <a:bodyPr wrap="square" lIns="0" tIns="0" rIns="0" bIns="0" anchor="t">
            <a:noAutofit/>
          </a:bodyPr>
          <a:lstStyle/>
          <a:p>
            <a:pPr algn="r">
              <a:lnSpc>
                <a:spcPct val="100000"/>
              </a:lnSpc>
              <a:buNone/>
              <a:defRPr sz="2700" b="1">
                <a:solidFill>
                  <a:srgbClr val="F2F5F9"/>
                </a:solidFill>
                <a:latin typeface="Segoe UI"/>
                <a:ea typeface="Segoe UI"/>
                <a:cs typeface="Segoe UI"/>
              </a:defRPr>
            </a:pPr>
            <a:r>
              <a:rPr sz="2700" b="1">
                <a:solidFill>
                  <a:srgbClr val="F2F5F9"/>
                </a:solidFill>
                <a:latin typeface="Segoe UI"/>
                <a:ea typeface="Segoe UI"/>
                <a:cs typeface="Segoe UI"/>
              </a:rPr>
              <a:t>Human approval</a:t>
            </a:r>
          </a:p>
        </p:txBody>
      </p:sp>
      <p:sp>
        <p:nvSpPr>
          <p:cNvPr id="21" name="Rectangle 20">
            <a:extLst>
              <a:ext uri="{FF2B5EF4-FFF2-40B4-BE49-F238E27FC236}">
                <a16:creationId xmlns:a16="http://schemas.microsoft.com/office/drawing/2014/main" id="{33ABD536-05FE-4994-A649-DFE7A50D91B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06</a:t>
            </a:r>
          </a:p>
        </p:txBody>
      </p:sp>
    </p:spTree>
    <p:extLst>
      <p:ext uri="{BB962C8B-B14F-4D97-AF65-F5344CB8AC3E}">
        <p14:creationId xmlns:p14="http://schemas.microsoft.com/office/powerpoint/2010/main" val="34214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
                                        <p:tgtEl>
                                          <p:spTgt spid="8"/>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P spid="14"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CD9C81-348C-479D-B142-35244E7C8289}"/>
              </a:ext>
            </a:extLst>
          </p:cNvPr>
          <p:cNvSpPr>
            <a:spLocks noGrp="1"/>
          </p:cNvSpPr>
          <p:nvPr/>
        </p:nvSpPr>
        <p:spPr>
          <a:xfrm>
            <a:off x="0" y="0"/>
            <a:ext cx="3333750" cy="6858000"/>
          </a:xfrm>
          <a:prstGeom prst="rect">
            <a:avLst/>
          </a:prstGeom>
          <a:solidFill>
            <a:srgbClr val="356B3F"/>
          </a:solidFill>
          <a:ln w="0">
            <a:noFill/>
          </a:ln>
        </p:spPr>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4F1F07A6-106B-4B38-9BA8-F4ED2DDAD582}"/>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9D2EBC01-2CB9-4FE9-A940-ACA9D25146E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DD61BF0-6C93-4AF0-B694-912ED42FDB18}"/>
              </a:ext>
            </a:extLst>
          </p:cNvPr>
          <p:cNvSpPr>
            <a:spLocks noGrp="1"/>
          </p:cNvSpPr>
          <p:nvPr/>
        </p:nvSpPr>
        <p:spPr>
          <a:xfrm>
            <a:off x="4000500" y="2743200"/>
            <a:ext cx="7239000" cy="0"/>
          </a:xfrm>
          <a:prstGeom prst="line">
            <a:avLst/>
          </a:prstGeom>
          <a:noFill/>
          <a:ln w="38100">
            <a:solidFill>
              <a:srgbClr val="356B3F"/>
            </a:solidFill>
            <a:prstDash val="solid"/>
          </a:ln>
        </p:spPr>
      </p:sp>
      <p:sp>
        <p:nvSpPr>
          <p:cNvPr id="6" name="Rectangle 5">
            <a:extLst>
              <a:ext uri="{FF2B5EF4-FFF2-40B4-BE49-F238E27FC236}">
                <a16:creationId xmlns:a16="http://schemas.microsoft.com/office/drawing/2014/main" id="{5AA19AA8-8DC9-4E19-9421-D39B3AC62A8B}"/>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48A13D48-D45D-4995-9854-21259F8B967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8FBB09BC-B54E-4589-919F-65A289E01813}"/>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485246EC-5C23-42F1-AC6F-D9C2B2FBFA7F}"/>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C1AD9215-465B-42EA-BC3C-B8C903711CF9}"/>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CBD50030-A99D-4637-B696-E061CEBDEE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6F059DA3-BFB4-40CF-8FC3-A0A669B409EC}"/>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9199EC71-8DE8-4A0A-9FDC-E405C6882715}"/>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C1CA1ECF-9AA9-48A3-B40D-9D0188E36421}"/>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1264AF86-02E5-4800-A754-0FA437341F58}"/>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EAA65-7B21-4851-B4B7-79E424941CB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07</a:t>
            </a:r>
          </a:p>
        </p:txBody>
      </p:sp>
    </p:spTree>
    <p:extLst>
      <p:ext uri="{BB962C8B-B14F-4D97-AF65-F5344CB8AC3E}">
        <p14:creationId xmlns:p14="http://schemas.microsoft.com/office/powerpoint/2010/main" val="313113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674</Words>
  <Application>Microsoft Office PowerPoint</Application>
  <DocSecurity>0</DocSecurity>
  <PresentationFormat>Widescreen</PresentationFormat>
  <Paragraphs>76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2026-09-09T22:48:33Z</dcterms:created>
  <dcterms:modified xsi:type="dcterms:W3CDTF">2026-09-09T22:49:16Z</dcterms:modified>
</cp:coreProperties>
</file>